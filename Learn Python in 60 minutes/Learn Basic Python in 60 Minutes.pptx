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2A3D7-8695-49CE-A600-D0101C5FAF0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8173C-8FC4-4B1D-AE5E-CE1399007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47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8173C-8FC4-4B1D-AE5E-CE1399007FF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741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3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00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771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41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82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74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6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7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56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73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2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F8357-EB07-462B-8DC0-81B9E7594C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50A8ECC-0C56-4866-818F-CE90272A89F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3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3650-0112-8FCC-B0AE-6A2DC81AC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 Basic Python in 60 Minutes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78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E19C-6899-EF8B-5E37-72B4762B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Python?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5B519-3A85-338D-4211-83A7CC107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 simple, powerful programming language.</a:t>
            </a:r>
          </a:p>
          <a:p>
            <a:r>
              <a:rPr lang="en-US" dirty="0"/>
              <a:t>Python is an interpreted, interactive, object-oriented programming language.</a:t>
            </a:r>
          </a:p>
          <a:p>
            <a:r>
              <a:rPr lang="en-US" dirty="0"/>
              <a:t>It is beginner-friendly and widely used across industries.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694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7B3C-89D6-455D-75FC-EF7AA96B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1F84-9BDA-C161-0537-ACB3F259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D0A6-8799-2656-3A5D-7A3DC85C0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variables as containers to store data.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name = 'John'</a:t>
            </a:r>
          </a:p>
          <a:p>
            <a:r>
              <a:rPr lang="en-US" dirty="0"/>
              <a:t>age = 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07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5342-FA3D-7EB9-87C3-24BAECB8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41D5-6CD1-CC38-306C-00CA65A6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 Types: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9C3C9-1DB4-FB50-EA57-2BB4AE7A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 -&gt; 10</a:t>
            </a:r>
          </a:p>
          <a:p>
            <a:r>
              <a:rPr lang="en-IN" dirty="0"/>
              <a:t>float -&gt; 10.5</a:t>
            </a:r>
          </a:p>
          <a:p>
            <a:r>
              <a:rPr lang="en-IN" dirty="0"/>
              <a:t>str -&gt; 'Hello’</a:t>
            </a:r>
          </a:p>
          <a:p>
            <a:r>
              <a:rPr lang="en-IN" dirty="0"/>
              <a:t>bool -&gt; True / False</a:t>
            </a:r>
          </a:p>
        </p:txBody>
      </p:sp>
    </p:spTree>
    <p:extLst>
      <p:ext uri="{BB962C8B-B14F-4D97-AF65-F5344CB8AC3E}">
        <p14:creationId xmlns:p14="http://schemas.microsoft.com/office/powerpoint/2010/main" val="150682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B794-D197-3243-0DA5-BAA1F376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6704-30A9-3734-DB19-F5C8CFF4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Operations: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CC06-D5A3-BAF1-44C3-677D51BC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= 10</a:t>
            </a:r>
          </a:p>
          <a:p>
            <a:r>
              <a:rPr lang="en-IN" dirty="0"/>
              <a:t>b = 5</a:t>
            </a:r>
          </a:p>
          <a:p>
            <a:r>
              <a:rPr lang="en-IN" dirty="0"/>
              <a:t>print(a + b) # Addition</a:t>
            </a:r>
          </a:p>
          <a:p>
            <a:r>
              <a:rPr lang="en-IN" dirty="0"/>
              <a:t>print(a - b) # Subtraction</a:t>
            </a:r>
          </a:p>
          <a:p>
            <a:r>
              <a:rPr lang="en-IN" dirty="0"/>
              <a:t>print(a * b) # Multiplication</a:t>
            </a:r>
          </a:p>
          <a:p>
            <a:r>
              <a:rPr lang="en-IN" dirty="0"/>
              <a:t>print(a / b) # Division</a:t>
            </a:r>
          </a:p>
        </p:txBody>
      </p:sp>
    </p:spTree>
    <p:extLst>
      <p:ext uri="{BB962C8B-B14F-4D97-AF65-F5344CB8AC3E}">
        <p14:creationId xmlns:p14="http://schemas.microsoft.com/office/powerpoint/2010/main" val="263115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B35A-FF9E-3BE1-4A46-E66547BF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38E-1D39-FC7A-1E58-FEC0BB84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Statements (if-else):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07703-AE62-B22F-7985-054179C4A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 = 18</a:t>
            </a:r>
            <a:br>
              <a:rPr lang="en-US" dirty="0"/>
            </a:br>
            <a:r>
              <a:rPr lang="en-US" dirty="0"/>
              <a:t>if age &gt;= 18:</a:t>
            </a:r>
            <a:br>
              <a:rPr lang="en-US" dirty="0"/>
            </a:br>
            <a:r>
              <a:rPr lang="en-US" dirty="0"/>
              <a:t>	print('Adult')</a:t>
            </a:r>
            <a:br>
              <a:rPr lang="en-US" dirty="0"/>
            </a:br>
            <a:r>
              <a:rPr lang="en-US" dirty="0"/>
              <a:t>else:</a:t>
            </a:r>
            <a:br>
              <a:rPr lang="en-US" dirty="0"/>
            </a:br>
            <a:r>
              <a:rPr lang="en-US" dirty="0"/>
              <a:t>	print('Minor')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54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0727-DF2F-10AE-CD03-B8605EC5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460D7-3C32-6340-C7DE-D5EFD7934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range(5):</a:t>
            </a:r>
          </a:p>
          <a:p>
            <a:pPr lvl="1"/>
            <a:r>
              <a:rPr lang="en-IN" dirty="0"/>
              <a:t>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575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CA61-8EB1-B482-25E8-654E443D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Lists (store multiple values):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4F5A2-F5D7-650A-8DD0-7A60A374D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fruits = ['apple', 'banana', 'mango']</a:t>
            </a:r>
          </a:p>
          <a:p>
            <a:r>
              <a:rPr lang="en-IN" dirty="0"/>
              <a:t>print(fruits[0]) # Access first item</a:t>
            </a:r>
          </a:p>
        </p:txBody>
      </p:sp>
    </p:spTree>
    <p:extLst>
      <p:ext uri="{BB962C8B-B14F-4D97-AF65-F5344CB8AC3E}">
        <p14:creationId xmlns:p14="http://schemas.microsoft.com/office/powerpoint/2010/main" val="275004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A8FE-CA65-D5EF-E886-0EEB6306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Dictionaries (key-value pairs):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4A6B-E8DD-BFD0-2BF1-6F0AC4C33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student = {'name': 'John', 'age': 20}</a:t>
            </a:r>
            <a:br>
              <a:rPr lang="en-IN" dirty="0"/>
            </a:br>
            <a:r>
              <a:rPr lang="en-IN" dirty="0"/>
              <a:t>print(student['name'])</a:t>
            </a:r>
          </a:p>
        </p:txBody>
      </p:sp>
    </p:spTree>
    <p:extLst>
      <p:ext uri="{BB962C8B-B14F-4D97-AF65-F5344CB8AC3E}">
        <p14:creationId xmlns:p14="http://schemas.microsoft.com/office/powerpoint/2010/main" val="323626601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216</Words>
  <Application>Microsoft Office PowerPoint</Application>
  <PresentationFormat>Widescreen</PresentationFormat>
  <Paragraphs>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Gill Sans MT</vt:lpstr>
      <vt:lpstr>Gallery</vt:lpstr>
      <vt:lpstr>Learn Basic Python in 60 Minutes</vt:lpstr>
      <vt:lpstr>What is Python? </vt:lpstr>
      <vt:lpstr>Variables: </vt:lpstr>
      <vt:lpstr>Data Types: </vt:lpstr>
      <vt:lpstr>Simple Operations:</vt:lpstr>
      <vt:lpstr>Conditional Statements (if-else): </vt:lpstr>
      <vt:lpstr>Loops:</vt:lpstr>
      <vt:lpstr>Lists (store multiple values): </vt:lpstr>
      <vt:lpstr>Dictionaries (key-value pairs):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G</dc:creator>
  <cp:lastModifiedBy>John G</cp:lastModifiedBy>
  <cp:revision>3</cp:revision>
  <dcterms:created xsi:type="dcterms:W3CDTF">2026-04-07T13:17:48Z</dcterms:created>
  <dcterms:modified xsi:type="dcterms:W3CDTF">2026-04-07T13:21:34Z</dcterms:modified>
</cp:coreProperties>
</file>